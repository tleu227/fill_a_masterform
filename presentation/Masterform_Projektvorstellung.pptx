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97280"/>
            <a:ext cx="2651760" cy="2651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0" y="109728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4" name="Shape 2"/>
          <p:cNvSpPr/>
          <p:nvPr/>
        </p:nvSpPr>
        <p:spPr>
          <a:xfrm>
            <a:off x="9052560" y="1097280"/>
            <a:ext cx="2651760" cy="2651760"/>
          </a:xfrm>
          <a:prstGeom prst="ellipse">
            <a:avLst/>
          </a:prstGeom>
          <a:solidFill>
            <a:srgbClr val="2C3D75"/>
          </a:solidFill>
          <a:ln/>
        </p:spPr>
      </p:sp>
      <p:sp>
        <p:nvSpPr>
          <p:cNvPr id="5" name="Shape 3"/>
          <p:cNvSpPr/>
          <p:nvPr/>
        </p:nvSpPr>
        <p:spPr>
          <a:xfrm>
            <a:off x="9646920" y="178308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0" y="2103120"/>
            <a:ext cx="914400" cy="0"/>
          </a:xfrm>
          <a:prstGeom prst="line">
            <a:avLst/>
          </a:prstGeom>
          <a:noFill/>
          <a:ln w="19050">
            <a:solidFill>
              <a:srgbClr val="DCEA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2377440"/>
            <a:ext cx="914400" cy="0"/>
          </a:xfrm>
          <a:prstGeom prst="line">
            <a:avLst/>
          </a:prstGeom>
          <a:noFill/>
          <a:ln w="19050">
            <a:solidFill>
              <a:srgbClr val="DCEA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2651760"/>
            <a:ext cx="640080" cy="0"/>
          </a:xfrm>
          <a:prstGeom prst="line">
            <a:avLst/>
          </a:prstGeom>
          <a:noFill/>
          <a:ln w="19050">
            <a:solidFill>
              <a:srgbClr val="DC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MASTERFORM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58368" y="3246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Automatisiertes Vorausfüllen von Qualifizierungs- und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Validierungsdokumenten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Projektvorstellung · Stand 15.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 Handarbeit, viele Wiederholungen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Qualifizierungsdokumente werden manuell ausgefüllt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Systembewertung, VQ, CS-VP, CS-VB, xQTP – jedes Dokument einzeln von Hand.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9443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Dieselben Werte immer wieder abgetippt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234440" y="3282696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Systemname, MLCS-ID, GxP-Kritikalität, Rollen, Gerätekategorie ... tauchen in mehreren Dokumenten auf.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24281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Fehlerquelle bei wiederholter Eingabe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234440" y="4581144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erneute Eingabe ist eine neue Chance für Tippfehler oder Inkonsistenzen zwischen Dokumenten.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01000" y="1691640"/>
            <a:ext cx="3566160" cy="3794760"/>
          </a:xfrm>
          <a:prstGeom prst="roundRect">
            <a:avLst>
              <a:gd name="adj" fmla="val 3077"/>
            </a:avLst>
          </a:prstGeom>
          <a:solidFill>
            <a:srgbClr val="EA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1488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bereits in einer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Excel-Sammlung erfasst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458200" y="3977640"/>
            <a:ext cx="2651760" cy="0"/>
          </a:xfrm>
          <a:prstGeom prst="line">
            <a:avLst/>
          </a:prstGeom>
          <a:noFill/>
          <a:ln w="12700">
            <a:solidFill>
              <a:srgbClr val="DCE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1605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„Systembewertungen_GESAMT.xlsx“ – unsere Ausgangsbasis und erste Datenquelle für die neue Datenbank.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ZIELBILD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Einmal erfassen, überall wiederverwenden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46120" y="32461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46120" y="32461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55280" y="1417320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AF2F6"/>
          </a:solidFill>
          <a:ln w="12700">
            <a:solidFill>
              <a:srgbClr val="DC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2440" y="141732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Systembewertung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3931920"/>
            <a:ext cx="1965960" cy="-215798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2295144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AF2F6"/>
          </a:solidFill>
          <a:ln w="12700">
            <a:solidFill>
              <a:srgbClr val="DC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229514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CS-Validierungsplan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3931920"/>
            <a:ext cx="1965960" cy="-128016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3172968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AF2F6"/>
          </a:solidFill>
          <a:ln w="12700">
            <a:solidFill>
              <a:srgbClr val="DC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17296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CS-Validierungsbericht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3931920"/>
            <a:ext cx="1965960" cy="-402336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405079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AF2F6"/>
          </a:solidFill>
          <a:ln w="12700">
            <a:solidFill>
              <a:srgbClr val="DC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405079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Vereinfachte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Qualifizierung (VQ)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3931920"/>
            <a:ext cx="1965960" cy="47548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4928616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AF2F6"/>
          </a:solidFill>
          <a:ln w="12700">
            <a:solidFill>
              <a:srgbClr val="DCEA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492861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xQ-Testplan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(IQ/OQ/PQ)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3931920"/>
            <a:ext cx="1965960" cy="135331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1663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Systemstammdaten, Rollen, Anforderungen (URS), Risiken (RA) und Prüfschritte (IQ/OQ/PQ/PPQ) werden einmal gepflegt –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Dokument liest daraus, statt erneut abgefragt zu werden.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RAHMENBEDINGUNGEN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Architektur-Prinzipien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eigener Server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Web-basiert, aber rein im Browser (Chrome/Edge empfohlen) – kein Serverbetrieb nötig.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einzelne Datenbank-Datei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437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als eine transparente, portable Datei statt komplexer Server-Infrastruktur.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4290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1 Nutzer, später mehrere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73989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schließt Mehrbenutzerbetrieb nicht aus, wird aber jetzt nicht überkonstruiert.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3251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Einfacher Status statt vollem Audit-Trail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63600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Entwurf/Final-Kennzeichnung + grobe Änderungshistorie statt 21-CFR-Part-11-Niveau.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522122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im Repo, Daten bleiben lokal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5321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der Programmcode liegt im (Git-)Repository – echte Systemdaten und Templates nicht.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DATENMODELL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Baukasten statt starrer Tabellen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30552" y="173736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130552" y="1737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12464" y="173736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712464" y="1737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94376" y="173736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294376" y="1737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76288" y="173736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173736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Prüfschritt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(IQ/OQ/PQ/PPQ)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Objektarten statt einer starren Excel-Tabelle pro Dokumenttyp – neue Felder lassen sich jederzeit ergänzen, ohne das Schema zu ändern.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7223760" cy="2148840"/>
          </a:xfrm>
          <a:prstGeom prst="roundRect">
            <a:avLst>
              <a:gd name="adj" fmla="val 4255"/>
            </a:avLst>
          </a:prstGeom>
          <a:solidFill>
            <a:srgbClr val="EAF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aus 62 Checkbox-Spalten der Excel-Liste (c/r-Symboltrick)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wurden 11 saubere, einzelne Auswahlfelder – z.B. GxP-Kritikalität,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Gerätekategorie, Systemtyp (8 Optionen statt zwei getrennte Felder).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Abgeleitete Werte wie die Testtiefe werden automatisch aus GxP-Kritikalität + GAMP-Kategorie berechnet – kein Eingabefeld.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388620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0" y="4160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 → 11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29600" y="4937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Checkbox-Spalten zu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sauberen Auswahlfeldern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DATENERFASSUNG IM BROWSER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Erfassungs-Szenarien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Neuanlage (leer)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ist unbekannt – alle Felder leer, gruppiert mit Dropdowns statt Freitext-Tippfehlern.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EAF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Kopie von ähnlichem System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eines bestehenden Systems werden sichtbar übernommen – nur Abweichungen werden überschrieben.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EA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2788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Bestehendes System bearbeiten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503920" y="3429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Werte werden geladen und angezeigt – geänderte oder neue Werte überschreiben gezielt.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Formular: Personen zuerst, dann Stammdaten/GxP-Bewertung · Format-/SOP-Hinweise nur beim Bearbeiten sichtbar · Suchfeld statt Dropdown (skaliert auf ~500 Systeme) · Warnung vor Datenverlust beim Schließen ohne Speichern.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 als klickbares HTML-Mockup verfügbar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 AUSFÜLLEN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Techniken – je nach Template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DCEA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AF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{{feld}}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Text-Platzhalter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 Textvorlagen mit Platzhaltern im Fließtext.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3063240" cy="0"/>
          </a:xfrm>
          <a:prstGeom prst="line">
            <a:avLst/>
          </a:prstGeom>
          <a:noFill/>
          <a:ln w="12700">
            <a:solidFill>
              <a:srgbClr val="DC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72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z.B. eigene Text-Templates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361188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DCEA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1168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AF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MERGEFIELD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Seriendruckfelder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Klassische Word-Mailmerge-Felder, direkt aus der Datenbank befüllt.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4434840"/>
            <a:ext cx="3063240" cy="0"/>
          </a:xfrm>
          <a:prstGeom prst="line">
            <a:avLst/>
          </a:prstGeom>
          <a:noFill/>
          <a:ln w="12700">
            <a:solidFill>
              <a:srgbClr val="DC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572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Systembewertung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1783080"/>
            <a:ext cx="361188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DCEA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03920" y="201168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EA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20116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Control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26060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Formularfelder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0" y="306324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Word-Steuerelemente inkl. Checkbox-Umschaltung, Position/Label-basiert erkannt.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434840"/>
            <a:ext cx="3063240" cy="0"/>
          </a:xfrm>
          <a:prstGeom prst="line">
            <a:avLst/>
          </a:prstGeom>
          <a:noFill/>
          <a:ln w="12700">
            <a:solidFill>
              <a:srgbClr val="DCEA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4572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 · CS-VP · CS-VB · xQTP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Zusätzliche Herausforderung: wiederholende Listen (z.B. bis zu 100 Prüfschritte) erfordern automatisches Klonen bzw. Entfernen von Tabellenzeilen im Template statt fester Zeilenzahl.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FORTSCHRITT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Aktueller Stand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AF2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933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Bereits erledigt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der Excel-Liste (733 Systeme) + aller 5 relevanten Word-Templates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3832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Konkretes SQLite-Datenmodell (Objektarten, Felder, Optionen)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1605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Funktionierender Python-Fill-Mechanismus für Text-Templates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9377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Klickbares Formular-Mockup für die Datenerfassung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19933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26060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Datenbank-Anbindung im Browser (statt Mockup)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383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383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Mechanismus für wiederholende Tabellenzeilen (Listen-Platzhalter)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4160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41605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Dokument-Erzeugung inkl. Entwurf-/Final-Status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PRIORISIERUNG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Erst wiederverwenden, dann Systembewertung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309360" cy="2834640"/>
          </a:xfrm>
          <a:prstGeom prst="roundRect">
            <a:avLst>
              <a:gd name="adj" fmla="val 3226"/>
            </a:avLst>
          </a:prstGeom>
          <a:solidFill>
            <a:srgbClr val="EAF2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JETZT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CS-VP · CS-VB · VQ · xQTP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Dokumente, die überwiegend bereits vorhandene Stammdaten wiederverwenden – hoher Nutzen bei vertretbarem Aufwand.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3246120"/>
            <a:ext cx="822960" cy="54864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0" y="210312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SPÄTER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26060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Systembewertung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12480" y="33375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Komplexeste Datenerfassung – hier entstehen die meisten Werte erst neu.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257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Bewusste Reihenfolge: erst dort automatisieren, wo Daten wiederverwendet werden können – die Systembewertung selbst folgt danach.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Offene Fragen an das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94767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euch das Formular-Layout (Reihenfolge, Gruppierung, Hinweise)?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290779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Stimmt die Priorisierung – zuerst CS-VP/CS-VB/VQ/xQTP, Systembewertung später?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867912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das Repository privat, oder sind weitere Personen daran zu beteiligen?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3B4A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532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 für eure Zeit – Feedback und Rückfragen jederzeit willkommen.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Masterform · Projektvorstellung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2026-08-15T18:38:36Z</dcterms:created>
  <dcterms:modified xsi:type="dcterms:W3CDTF">2026-08-15T18:38:36Z</dcterms:modified>
</cp:coreProperties>
</file>